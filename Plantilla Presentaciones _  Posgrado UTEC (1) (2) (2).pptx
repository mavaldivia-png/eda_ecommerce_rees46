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Space Grotesk Light"/>
      <p:regular r:id="rId27"/>
      <p:bold r:id="rId28"/>
    </p:embeddedFont>
    <p:embeddedFont>
      <p:font typeface="Space Grotesk Medium"/>
      <p:regular r:id="rId29"/>
      <p:bold r:id="rId30"/>
    </p:embeddedFont>
    <p:embeddedFont>
      <p:font typeface="Space Grotesk"/>
      <p:regular r:id="rId31"/>
      <p:bold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04">
          <p15:clr>
            <a:srgbClr val="747775"/>
          </p15:clr>
        </p15:guide>
        <p15:guide id="2" pos="549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4"/>
        <p:guide pos="549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SpaceGroteskLight-bold.fntdata"/><Relationship Id="rId27" Type="http://schemas.openxmlformats.org/officeDocument/2006/relationships/font" Target="fonts/SpaceGrotesk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paceGrotesk-regular.fntdata"/><Relationship Id="rId30" Type="http://schemas.openxmlformats.org/officeDocument/2006/relationships/font" Target="fonts/SpaceGroteskMedium-bold.fntdata"/><Relationship Id="rId11" Type="http://schemas.openxmlformats.org/officeDocument/2006/relationships/slide" Target="slides/slide6.xml"/><Relationship Id="rId33" Type="http://schemas.openxmlformats.org/officeDocument/2006/relationships/font" Target="fonts/OpenSans-regular.fntdata"/><Relationship Id="rId10" Type="http://schemas.openxmlformats.org/officeDocument/2006/relationships/slide" Target="slides/slide5.xml"/><Relationship Id="rId32" Type="http://schemas.openxmlformats.org/officeDocument/2006/relationships/font" Target="fonts/SpaceGrotesk-bold.fntdata"/><Relationship Id="rId13" Type="http://schemas.openxmlformats.org/officeDocument/2006/relationships/slide" Target="slides/slide8.xml"/><Relationship Id="rId35" Type="http://schemas.openxmlformats.org/officeDocument/2006/relationships/font" Target="fonts/OpenSans-italic.fntdata"/><Relationship Id="rId12" Type="http://schemas.openxmlformats.org/officeDocument/2006/relationships/slide" Target="slides/slide7.xml"/><Relationship Id="rId34" Type="http://schemas.openxmlformats.org/officeDocument/2006/relationships/font" Target="fonts/OpenSans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2d191d51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32d191d51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2d191d51c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32d191d51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2d191d51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2d191d51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ec70023fc_1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g38ec70023fc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fbddcccf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fbddcccf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2d191d51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2d191d51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3139a5d8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33139a5d8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ec70023fc_1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ec70023fc_1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3139a5d8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3139a5d8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ec70023fc_1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ec70023fc_1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2d191d51c_2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32d191d51c_2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2d191d51c_2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32d191d51c_2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3139a5d8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3139a5d8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3139a5d8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33139a5d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33139a5d8d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33139a5d8d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33139a5d8d_0_1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33139a5d8d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3e5fa356c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3e5fa356c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2.jp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versión oscuro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104250" y="-50300"/>
            <a:ext cx="9352500" cy="5321100"/>
          </a:xfrm>
          <a:prstGeom prst="rect">
            <a:avLst/>
          </a:prstGeom>
          <a:solidFill>
            <a:srgbClr val="4D4B4C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75681" y="2006369"/>
            <a:ext cx="5192637" cy="1257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6074" y="4403200"/>
            <a:ext cx="383100" cy="40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versión claro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-104250" y="-96000"/>
            <a:ext cx="9352500" cy="53667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" name="Google Shape;1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79700" y="2193150"/>
            <a:ext cx="4586399" cy="88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8622" y="4422472"/>
            <a:ext cx="378013" cy="4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-102800" y="-50025"/>
            <a:ext cx="9352500" cy="5326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2">
            <a:alphaModFix amt="32000"/>
          </a:blip>
          <a:srcRect b="15505" l="0" r="1117" t="0"/>
          <a:stretch/>
        </p:blipFill>
        <p:spPr>
          <a:xfrm>
            <a:off x="-104250" y="-59600"/>
            <a:ext cx="9352499" cy="5330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oogle Shape;23;p4"/>
          <p:cNvGrpSpPr/>
          <p:nvPr/>
        </p:nvGrpSpPr>
        <p:grpSpPr>
          <a:xfrm>
            <a:off x="397288" y="360350"/>
            <a:ext cx="8352312" cy="400150"/>
            <a:chOff x="314313" y="360350"/>
            <a:chExt cx="8352312" cy="400150"/>
          </a:xfrm>
        </p:grpSpPr>
        <p:pic>
          <p:nvPicPr>
            <p:cNvPr id="24" name="Google Shape;24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4313" y="409100"/>
              <a:ext cx="1573166" cy="302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02819" y="360350"/>
              <a:ext cx="1363806" cy="400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" name="Google Shape;2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6074" y="4403200"/>
            <a:ext cx="383100" cy="40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-50750" y="-75000"/>
            <a:ext cx="9248400" cy="5293500"/>
          </a:xfrm>
          <a:prstGeom prst="rect">
            <a:avLst/>
          </a:prstGeom>
          <a:solidFill>
            <a:srgbClr val="4D4B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" name="Google Shape;3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86074" y="4403200"/>
            <a:ext cx="383100" cy="405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" name="Google Shape;31;p5"/>
          <p:cNvGrpSpPr/>
          <p:nvPr/>
        </p:nvGrpSpPr>
        <p:grpSpPr>
          <a:xfrm>
            <a:off x="397288" y="360350"/>
            <a:ext cx="8352312" cy="400150"/>
            <a:chOff x="314313" y="360350"/>
            <a:chExt cx="8352312" cy="400150"/>
          </a:xfrm>
        </p:grpSpPr>
        <p:pic>
          <p:nvPicPr>
            <p:cNvPr id="32" name="Google Shape;32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4313" y="409100"/>
              <a:ext cx="1573166" cy="302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02819" y="360350"/>
              <a:ext cx="1363806" cy="400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-104250" y="-71775"/>
            <a:ext cx="9352500" cy="534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p6"/>
          <p:cNvGrpSpPr/>
          <p:nvPr/>
        </p:nvGrpSpPr>
        <p:grpSpPr>
          <a:xfrm>
            <a:off x="395800" y="360350"/>
            <a:ext cx="8352401" cy="400150"/>
            <a:chOff x="314225" y="360350"/>
            <a:chExt cx="8352401" cy="400150"/>
          </a:xfrm>
        </p:grpSpPr>
        <p:pic>
          <p:nvPicPr>
            <p:cNvPr id="38" name="Google Shape;38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393325" y="360350"/>
              <a:ext cx="1273301" cy="400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39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4225" y="409100"/>
              <a:ext cx="1573350" cy="30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" name="Google Shape;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8622" y="4422472"/>
            <a:ext cx="378013" cy="4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_Blanco">
  <p:cSld name="BLANK_1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2398650" y="1744275"/>
            <a:ext cx="43467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TITLE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" name="Google Shape;54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b="1" sz="1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r">
              <a:buNone/>
              <a:defRPr b="1" sz="1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r">
              <a:buNone/>
              <a:defRPr b="1" sz="1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r">
              <a:buNone/>
              <a:defRPr b="1" sz="1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r">
              <a:buNone/>
              <a:defRPr b="1" sz="1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r">
              <a:buNone/>
              <a:defRPr b="1" sz="1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r">
              <a:buNone/>
              <a:defRPr b="1" sz="1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r">
              <a:buNone/>
              <a:defRPr b="1" sz="1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r">
              <a:buNone/>
              <a:defRPr b="1" sz="1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5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8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6.png"/><Relationship Id="rId22" Type="http://schemas.openxmlformats.org/officeDocument/2006/relationships/image" Target="../media/image29.png"/><Relationship Id="rId21" Type="http://schemas.openxmlformats.org/officeDocument/2006/relationships/image" Target="../media/image27.png"/><Relationship Id="rId24" Type="http://schemas.openxmlformats.org/officeDocument/2006/relationships/image" Target="../media/image28.png"/><Relationship Id="rId23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Relationship Id="rId26" Type="http://schemas.openxmlformats.org/officeDocument/2006/relationships/image" Target="../media/image32.png"/><Relationship Id="rId25" Type="http://schemas.openxmlformats.org/officeDocument/2006/relationships/image" Target="../media/image30.png"/><Relationship Id="rId28" Type="http://schemas.openxmlformats.org/officeDocument/2006/relationships/image" Target="../media/image38.png"/><Relationship Id="rId27" Type="http://schemas.openxmlformats.org/officeDocument/2006/relationships/image" Target="../media/image31.png"/><Relationship Id="rId5" Type="http://schemas.openxmlformats.org/officeDocument/2006/relationships/image" Target="../media/image9.png"/><Relationship Id="rId6" Type="http://schemas.openxmlformats.org/officeDocument/2006/relationships/image" Target="../media/image34.png"/><Relationship Id="rId29" Type="http://schemas.openxmlformats.org/officeDocument/2006/relationships/image" Target="../media/image33.png"/><Relationship Id="rId7" Type="http://schemas.openxmlformats.org/officeDocument/2006/relationships/image" Target="../media/image12.png"/><Relationship Id="rId8" Type="http://schemas.openxmlformats.org/officeDocument/2006/relationships/image" Target="../media/image25.png"/><Relationship Id="rId31" Type="http://schemas.openxmlformats.org/officeDocument/2006/relationships/image" Target="../media/image35.png"/><Relationship Id="rId30" Type="http://schemas.openxmlformats.org/officeDocument/2006/relationships/image" Target="../media/image48.png"/><Relationship Id="rId11" Type="http://schemas.openxmlformats.org/officeDocument/2006/relationships/image" Target="../media/image18.png"/><Relationship Id="rId33" Type="http://schemas.openxmlformats.org/officeDocument/2006/relationships/image" Target="../media/image36.png"/><Relationship Id="rId10" Type="http://schemas.openxmlformats.org/officeDocument/2006/relationships/image" Target="../media/image24.png"/><Relationship Id="rId32" Type="http://schemas.openxmlformats.org/officeDocument/2006/relationships/image" Target="../media/image40.png"/><Relationship Id="rId13" Type="http://schemas.openxmlformats.org/officeDocument/2006/relationships/image" Target="../media/image19.png"/><Relationship Id="rId35" Type="http://schemas.openxmlformats.org/officeDocument/2006/relationships/image" Target="../media/image49.png"/><Relationship Id="rId12" Type="http://schemas.openxmlformats.org/officeDocument/2006/relationships/image" Target="../media/image23.png"/><Relationship Id="rId34" Type="http://schemas.openxmlformats.org/officeDocument/2006/relationships/image" Target="../media/image37.png"/><Relationship Id="rId15" Type="http://schemas.openxmlformats.org/officeDocument/2006/relationships/image" Target="../media/image21.png"/><Relationship Id="rId37" Type="http://schemas.openxmlformats.org/officeDocument/2006/relationships/image" Target="../media/image45.png"/><Relationship Id="rId14" Type="http://schemas.openxmlformats.org/officeDocument/2006/relationships/image" Target="../media/image42.png"/><Relationship Id="rId36" Type="http://schemas.openxmlformats.org/officeDocument/2006/relationships/image" Target="../media/image43.png"/><Relationship Id="rId17" Type="http://schemas.openxmlformats.org/officeDocument/2006/relationships/image" Target="../media/image17.png"/><Relationship Id="rId39" Type="http://schemas.openxmlformats.org/officeDocument/2006/relationships/image" Target="../media/image60.png"/><Relationship Id="rId16" Type="http://schemas.openxmlformats.org/officeDocument/2006/relationships/image" Target="../media/image41.png"/><Relationship Id="rId38" Type="http://schemas.openxmlformats.org/officeDocument/2006/relationships/image" Target="../media/image73.png"/><Relationship Id="rId19" Type="http://schemas.openxmlformats.org/officeDocument/2006/relationships/image" Target="../media/image39.png"/><Relationship Id="rId18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20" Type="http://schemas.openxmlformats.org/officeDocument/2006/relationships/image" Target="../media/image64.png"/><Relationship Id="rId22" Type="http://schemas.openxmlformats.org/officeDocument/2006/relationships/image" Target="../media/image67.png"/><Relationship Id="rId21" Type="http://schemas.openxmlformats.org/officeDocument/2006/relationships/image" Target="../media/image61.png"/><Relationship Id="rId24" Type="http://schemas.openxmlformats.org/officeDocument/2006/relationships/image" Target="../media/image65.png"/><Relationship Id="rId23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Relationship Id="rId4" Type="http://schemas.openxmlformats.org/officeDocument/2006/relationships/image" Target="../media/image46.png"/><Relationship Id="rId9" Type="http://schemas.openxmlformats.org/officeDocument/2006/relationships/image" Target="../media/image71.png"/><Relationship Id="rId26" Type="http://schemas.openxmlformats.org/officeDocument/2006/relationships/image" Target="../media/image69.png"/><Relationship Id="rId25" Type="http://schemas.openxmlformats.org/officeDocument/2006/relationships/image" Target="../media/image70.png"/><Relationship Id="rId28" Type="http://schemas.openxmlformats.org/officeDocument/2006/relationships/image" Target="../media/image72.png"/><Relationship Id="rId27" Type="http://schemas.openxmlformats.org/officeDocument/2006/relationships/image" Target="../media/image80.png"/><Relationship Id="rId5" Type="http://schemas.openxmlformats.org/officeDocument/2006/relationships/image" Target="../media/image62.png"/><Relationship Id="rId6" Type="http://schemas.openxmlformats.org/officeDocument/2006/relationships/image" Target="../media/image53.png"/><Relationship Id="rId29" Type="http://schemas.openxmlformats.org/officeDocument/2006/relationships/image" Target="../media/image81.png"/><Relationship Id="rId7" Type="http://schemas.openxmlformats.org/officeDocument/2006/relationships/image" Target="../media/image51.png"/><Relationship Id="rId8" Type="http://schemas.openxmlformats.org/officeDocument/2006/relationships/image" Target="../media/image79.png"/><Relationship Id="rId31" Type="http://schemas.openxmlformats.org/officeDocument/2006/relationships/image" Target="../media/image75.png"/><Relationship Id="rId30" Type="http://schemas.openxmlformats.org/officeDocument/2006/relationships/image" Target="../media/image74.png"/><Relationship Id="rId11" Type="http://schemas.openxmlformats.org/officeDocument/2006/relationships/image" Target="../media/image59.png"/><Relationship Id="rId33" Type="http://schemas.openxmlformats.org/officeDocument/2006/relationships/image" Target="../media/image77.png"/><Relationship Id="rId10" Type="http://schemas.openxmlformats.org/officeDocument/2006/relationships/image" Target="../media/image50.png"/><Relationship Id="rId32" Type="http://schemas.openxmlformats.org/officeDocument/2006/relationships/image" Target="../media/image76.png"/><Relationship Id="rId13" Type="http://schemas.openxmlformats.org/officeDocument/2006/relationships/image" Target="../media/image58.png"/><Relationship Id="rId35" Type="http://schemas.openxmlformats.org/officeDocument/2006/relationships/image" Target="../media/image78.png"/><Relationship Id="rId12" Type="http://schemas.openxmlformats.org/officeDocument/2006/relationships/image" Target="../media/image55.png"/><Relationship Id="rId34" Type="http://schemas.openxmlformats.org/officeDocument/2006/relationships/image" Target="../media/image83.png"/><Relationship Id="rId15" Type="http://schemas.openxmlformats.org/officeDocument/2006/relationships/image" Target="../media/image56.png"/><Relationship Id="rId14" Type="http://schemas.openxmlformats.org/officeDocument/2006/relationships/image" Target="../media/image52.png"/><Relationship Id="rId36" Type="http://schemas.openxmlformats.org/officeDocument/2006/relationships/image" Target="../media/image84.png"/><Relationship Id="rId17" Type="http://schemas.openxmlformats.org/officeDocument/2006/relationships/image" Target="../media/image57.png"/><Relationship Id="rId16" Type="http://schemas.openxmlformats.org/officeDocument/2006/relationships/image" Target="../media/image54.png"/><Relationship Id="rId19" Type="http://schemas.openxmlformats.org/officeDocument/2006/relationships/image" Target="../media/image63.png"/><Relationship Id="rId18" Type="http://schemas.openxmlformats.org/officeDocument/2006/relationships/image" Target="../media/image6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/>
        </p:nvSpPr>
        <p:spPr>
          <a:xfrm>
            <a:off x="641450" y="1738350"/>
            <a:ext cx="1187700" cy="4566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4E4B4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CURSO</a:t>
            </a:r>
            <a:endParaRPr sz="2000">
              <a:solidFill>
                <a:srgbClr val="4E4B4C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527700" y="2426000"/>
            <a:ext cx="4008000" cy="16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5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TÍTULO</a:t>
            </a:r>
            <a:endParaRPr sz="57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57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TÍTULO</a:t>
            </a:r>
            <a:endParaRPr sz="5700">
              <a:solidFill>
                <a:srgbClr val="EEEE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E4B4C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766517" y="263575"/>
            <a:ext cx="438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    </a:t>
            </a:r>
            <a:r>
              <a:rPr b="1" lang="es" sz="28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ÍNDICE</a:t>
            </a:r>
            <a:endParaRPr b="1" i="0" sz="28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727608" y="361041"/>
            <a:ext cx="472626" cy="42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727612" y="1113806"/>
            <a:ext cx="620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  <a:endParaRPr b="0" i="0" sz="10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pic>
        <p:nvPicPr>
          <p:cNvPr id="79" name="Google Shape;7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1182" y="319979"/>
            <a:ext cx="1846563" cy="35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464401">
            <a:off x="6453544" y="1727331"/>
            <a:ext cx="2242488" cy="223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4425" y="1252325"/>
            <a:ext cx="372758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1437682" y="1340878"/>
            <a:ext cx="29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xx</a:t>
            </a:r>
            <a:endParaRPr sz="1200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946641" y="1283350"/>
            <a:ext cx="3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24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1" i="0" sz="24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84" name="Google Shape;8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3250" y="2129513"/>
            <a:ext cx="372758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 txBox="1"/>
          <p:nvPr/>
        </p:nvSpPr>
        <p:spPr>
          <a:xfrm>
            <a:off x="982166" y="2106225"/>
            <a:ext cx="3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24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1" i="0" sz="24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1437676" y="2206400"/>
            <a:ext cx="29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xx</a:t>
            </a:r>
            <a:endParaRPr sz="1200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pic>
        <p:nvPicPr>
          <p:cNvPr id="87" name="Google Shape;8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3250" y="2975675"/>
            <a:ext cx="372758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/>
        </p:nvSpPr>
        <p:spPr>
          <a:xfrm>
            <a:off x="946660" y="2975675"/>
            <a:ext cx="3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24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1" i="0" sz="24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1437676" y="3083450"/>
            <a:ext cx="29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xx</a:t>
            </a:r>
            <a:endParaRPr sz="1200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pic>
        <p:nvPicPr>
          <p:cNvPr id="90" name="Google Shape;9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3250" y="3821850"/>
            <a:ext cx="372758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946660" y="3821850"/>
            <a:ext cx="3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24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b="1" i="0" sz="24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437676" y="3891350"/>
            <a:ext cx="29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xx</a:t>
            </a:r>
            <a:endParaRPr sz="1200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-149725" y="1410025"/>
            <a:ext cx="5782800" cy="17913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534213" y="1769665"/>
            <a:ext cx="46017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400">
                <a:solidFill>
                  <a:srgbClr val="4D4A4B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Introducción</a:t>
            </a:r>
            <a:endParaRPr b="1" sz="3400">
              <a:solidFill>
                <a:srgbClr val="4D4A4B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551375" y="2290800"/>
            <a:ext cx="43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SUBTÍTULO </a:t>
            </a:r>
            <a:r>
              <a:rPr b="1" lang="es" sz="18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SUBTÍTULO</a:t>
            </a:r>
            <a:endParaRPr b="1" sz="1800">
              <a:solidFill>
                <a:srgbClr val="4D4B4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6074" y="4403200"/>
            <a:ext cx="383100" cy="40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02" name="Google Shape;102;p15" title="UTEC_CTOChiefTechnology_Office_H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5250" y="569774"/>
            <a:ext cx="5703148" cy="5703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/>
          <p:nvPr/>
        </p:nvSpPr>
        <p:spPr>
          <a:xfrm>
            <a:off x="-109625" y="1410025"/>
            <a:ext cx="5782800" cy="17913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534213" y="1769665"/>
            <a:ext cx="46017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400">
                <a:solidFill>
                  <a:srgbClr val="4D4A4B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Desarrollo </a:t>
            </a:r>
            <a:endParaRPr b="1" sz="3400">
              <a:solidFill>
                <a:srgbClr val="4D4A4B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3812" y="2341151"/>
            <a:ext cx="5154427" cy="242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/>
        </p:nvSpPr>
        <p:spPr>
          <a:xfrm>
            <a:off x="551375" y="2290800"/>
            <a:ext cx="43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SUBTÍTULO </a:t>
            </a:r>
            <a:r>
              <a:rPr b="1" lang="es" sz="18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SUBTÍTULO</a:t>
            </a:r>
            <a:endParaRPr b="1" sz="1800">
              <a:solidFill>
                <a:srgbClr val="4D4B4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6074" y="4403200"/>
            <a:ext cx="383100" cy="40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/>
          <p:nvPr/>
        </p:nvSpPr>
        <p:spPr>
          <a:xfrm>
            <a:off x="-109625" y="1410025"/>
            <a:ext cx="5782800" cy="17913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534213" y="1769665"/>
            <a:ext cx="46017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400">
                <a:solidFill>
                  <a:srgbClr val="4D4A4B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Conclusiones</a:t>
            </a:r>
            <a:endParaRPr b="1" sz="3400">
              <a:solidFill>
                <a:srgbClr val="4D4A4B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551375" y="2290800"/>
            <a:ext cx="43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SUBTÍTULO </a:t>
            </a:r>
            <a:r>
              <a:rPr b="1" lang="es" sz="18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SUBTÍTULO</a:t>
            </a:r>
            <a:endParaRPr b="1" sz="1800">
              <a:solidFill>
                <a:srgbClr val="4D4B4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30" name="Google Shape;1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6074" y="4403200"/>
            <a:ext cx="383100" cy="40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32" name="Google Shape;132;p19" title="Business desig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43555">
            <a:off x="4192500" y="1081075"/>
            <a:ext cx="3868054" cy="3868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3" name="Google Shape;143;p21"/>
          <p:cNvSpPr txBox="1"/>
          <p:nvPr/>
        </p:nvSpPr>
        <p:spPr>
          <a:xfrm>
            <a:off x="537628" y="1225325"/>
            <a:ext cx="6626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TÍTULO</a:t>
            </a:r>
            <a:endParaRPr sz="300">
              <a:solidFill>
                <a:srgbClr val="00E1FF"/>
              </a:solidFill>
            </a:endParaRPr>
          </a:p>
        </p:txBody>
      </p:sp>
      <p:pic>
        <p:nvPicPr>
          <p:cNvPr id="144" name="Google Shape;144;p21" title="mano 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1600" y="1419400"/>
            <a:ext cx="3800300" cy="38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/>
        </p:nvSpPr>
        <p:spPr>
          <a:xfrm>
            <a:off x="537613" y="1662375"/>
            <a:ext cx="5772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71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sz="7100">
              <a:solidFill>
                <a:srgbClr val="EEEE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1062930" y="1871175"/>
            <a:ext cx="2081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Subtítulo</a:t>
            </a:r>
            <a:endParaRPr sz="300">
              <a:solidFill>
                <a:srgbClr val="00E1FF"/>
              </a:solidFill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1062932" y="2393654"/>
            <a:ext cx="2053800" cy="21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Cuerpo de texto</a:t>
            </a:r>
            <a:endParaRPr sz="15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Cuerpo de texto</a:t>
            </a:r>
            <a:endParaRPr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Cuerpo de texto</a:t>
            </a:r>
            <a:endParaRPr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Cuerpo de texto</a:t>
            </a:r>
            <a:endParaRPr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E1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E1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3351388" y="1662363"/>
            <a:ext cx="5772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71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sz="7100">
              <a:solidFill>
                <a:srgbClr val="EEEE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4135330" y="1871163"/>
            <a:ext cx="2081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Subtítulo</a:t>
            </a:r>
            <a:endParaRPr sz="300">
              <a:solidFill>
                <a:srgbClr val="00E1FF"/>
              </a:solidFill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4135332" y="2393642"/>
            <a:ext cx="2053800" cy="21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Cuerpo de texto</a:t>
            </a:r>
            <a:endParaRPr sz="15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Cuerpo de texto</a:t>
            </a:r>
            <a:endParaRPr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Cuerpo de texto</a:t>
            </a:r>
            <a:endParaRPr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Cuerpo de texto</a:t>
            </a:r>
            <a:endParaRPr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E1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E1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/>
        </p:nvSpPr>
        <p:spPr>
          <a:xfrm>
            <a:off x="1657538" y="1620750"/>
            <a:ext cx="5772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71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sz="7100">
              <a:solidFill>
                <a:srgbClr val="EEEE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2462980" y="1829550"/>
            <a:ext cx="2081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Subtítulo</a:t>
            </a:r>
            <a:endParaRPr sz="300">
              <a:solidFill>
                <a:srgbClr val="00E1FF"/>
              </a:solidFill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2462982" y="2352029"/>
            <a:ext cx="2053800" cy="21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Cuerpo de texto</a:t>
            </a:r>
            <a:endParaRPr sz="15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Cuerpo de texto</a:t>
            </a:r>
            <a:endParaRPr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Cuerpo de texto</a:t>
            </a:r>
            <a:endParaRPr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Cuerpo de texto</a:t>
            </a:r>
            <a:endParaRPr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E1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E1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4623713" y="1620738"/>
            <a:ext cx="5772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71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sz="7100">
              <a:solidFill>
                <a:srgbClr val="EEEE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5407655" y="1829538"/>
            <a:ext cx="2081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Subtítulo</a:t>
            </a:r>
            <a:endParaRPr sz="300">
              <a:solidFill>
                <a:srgbClr val="00E1FF"/>
              </a:solidFill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5407657" y="2352017"/>
            <a:ext cx="2053800" cy="21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Cuerpo de texto</a:t>
            </a:r>
            <a:endParaRPr sz="15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Cuerpo de texto</a:t>
            </a:r>
            <a:endParaRPr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Cuerpo de texto</a:t>
            </a:r>
            <a:endParaRPr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Cuerpo de texto</a:t>
            </a:r>
            <a:endParaRPr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E1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E1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67" name="Google Shape;167;p23" title="Iconos cyan-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830" y="4093174"/>
            <a:ext cx="610778" cy="610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3" title="Iconos cyan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351" y="2661220"/>
            <a:ext cx="485736" cy="48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 title="Iconos cyan-5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6143" y="3302575"/>
            <a:ext cx="649251" cy="6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3" title="Iconos cyan-5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19568" y="3302575"/>
            <a:ext cx="649251" cy="6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3" title="Iconos cyan-0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10656" y="1008288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3" title="Iconos cyan-0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81509" y="4073938"/>
            <a:ext cx="649251" cy="6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3" title="Iconos cyan-03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99296" y="3302575"/>
            <a:ext cx="649251" cy="6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3" title="Iconos cyan-0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58881" y="4073938"/>
            <a:ext cx="649251" cy="6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 title="Iconos cyan-06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36256" y="4073938"/>
            <a:ext cx="649251" cy="6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 title="Iconos cyan-07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313624" y="4073938"/>
            <a:ext cx="649251" cy="6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3" title="Iconos cyan-13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9593" y="3302575"/>
            <a:ext cx="649251" cy="6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3" title="Iconos cyan-15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946259" y="1008288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3" title="Iconos cyan-18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710049" y="3302575"/>
            <a:ext cx="649251" cy="6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3" title="Iconos cyan-19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964812" y="3302575"/>
            <a:ext cx="649251" cy="6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3" title="Iconos cyan-20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124462" y="3302575"/>
            <a:ext cx="649251" cy="6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3" title="Iconos cyan-23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357024" y="3302575"/>
            <a:ext cx="649251" cy="6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3" title="Iconos cyan-24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895406" y="2579463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3" title="Iconos cyan-25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172781" y="2579463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3" title="Iconos cyan-26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4422487" y="2579463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 title="Iconos cyan-27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710049" y="2579463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3" title="Iconos cyan-28.pn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2927699" y="2579463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 title="Iconos cyan-29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2080381" y="2579463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 title="Iconos cyan-31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1357024" y="2579463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3" title="Iconos cyan-32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2091406" y="1812400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3" title="Iconos cyan-33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5895406" y="1812400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3" title="Iconos cyan-34.png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172781" y="1812400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3" title="Iconos cyan-35.png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4416637" y="1812400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3" title="Iconos cyan-36.png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3669249" y="1812400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3" title="Iconos cyan-37.png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2914199" y="1812400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3" title="Iconos cyan-38.png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589593" y="1008288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 title="Iconos cyan-39.png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1466193" y="1793875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3" title="Iconos cyan-40.png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664374" y="1812400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3" title="Iconos cyan-43.png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5172781" y="1008288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3" title="Iconos cyan-44.png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4399287" y="1008288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3" title="Iconos cyan-46.png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2896849" y="1008288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3" title="Iconos cyan-48.png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2124443" y="1008288"/>
            <a:ext cx="649251" cy="64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3" title="Iconos cyan-49.png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1357024" y="1008288"/>
            <a:ext cx="649251" cy="64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09" name="Google Shape;209;p24" title="Iconos final-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6165" y="3981336"/>
            <a:ext cx="538420" cy="538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Iconos final-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4980" y="3938675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4" title="Iconos final-0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6508" y="1673988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4" title="Iconos final-0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4592" y="4002175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4" title="Iconos final-1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4592" y="3219000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4" title="Iconos final-18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15361" y="2435825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4" title="Iconos final-19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99673" y="3160375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4" title="Iconos final-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46508" y="3096875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4" title="Iconos final-23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44980" y="3096875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4" title="Iconos final-24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315540" y="3113337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4" title="Iconos final-25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94592" y="2435825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4" title="Iconos final-26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210911" y="3963788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 title="Iconos final-27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415361" y="4002175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4" title="Iconos final-28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630961" y="4002175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4" title="Iconos final-29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865048" y="4002175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4" title="Iconos final-31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599673" y="2377200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4" title="Iconos final-32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846508" y="2377200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 title="Iconos final-33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044980" y="2377200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4" title="Iconos final-34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315540" y="2393663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4" title="Iconos final-36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210911" y="3219000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4" title="Iconos final-37.pn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4415361" y="3219000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4" title="Iconos final-38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210911" y="1657525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4" title="Iconos final-39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4415361" y="1657525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4" title="Iconos final-40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3599673" y="1594025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4" title="Iconos final-43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2044980" y="1657525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4" title="Iconos final-44.png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1315540" y="1673988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4" title="Iconos final-46.png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594592" y="962988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 title="Iconos final-48.png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5210911" y="2474200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4" title="Iconos final-49.png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5210911" y="937850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4" title="Iconos final-50.png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4415361" y="937850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4" title="Iconos final-51.png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3599673" y="937850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4" title="Iconos final-52.png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2846508" y="937850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4" title="Iconos final-53.png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2044980" y="937850"/>
            <a:ext cx="719670" cy="71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4" title="Iconos-final-54.png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1173650" y="867650"/>
            <a:ext cx="1003451" cy="91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248" name="Google Shape;248;p25"/>
          <p:cNvGrpSpPr/>
          <p:nvPr/>
        </p:nvGrpSpPr>
        <p:grpSpPr>
          <a:xfrm>
            <a:off x="1293736" y="1258050"/>
            <a:ext cx="2726286" cy="2547000"/>
            <a:chOff x="1293736" y="1258050"/>
            <a:chExt cx="2726286" cy="2547000"/>
          </a:xfrm>
        </p:grpSpPr>
        <p:sp>
          <p:nvSpPr>
            <p:cNvPr id="249" name="Google Shape;249;p25"/>
            <p:cNvSpPr/>
            <p:nvPr/>
          </p:nvSpPr>
          <p:spPr>
            <a:xfrm rot="2700000">
              <a:off x="2286374" y="1011412"/>
              <a:ext cx="561726" cy="3040276"/>
            </a:xfrm>
            <a:prstGeom prst="roundRect">
              <a:avLst>
                <a:gd fmla="val 0" name="adj"/>
              </a:avLst>
            </a:prstGeom>
            <a:solidFill>
              <a:srgbClr val="4D4B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5"/>
            <p:cNvSpPr/>
            <p:nvPr/>
          </p:nvSpPr>
          <p:spPr>
            <a:xfrm>
              <a:off x="151075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2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1</a:t>
              </a:r>
              <a:endParaRPr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1" name="Google Shape;251;p25"/>
            <p:cNvSpPr txBox="1"/>
            <p:nvPr/>
          </p:nvSpPr>
          <p:spPr>
            <a:xfrm rot="-2700000">
              <a:off x="1501398" y="2241353"/>
              <a:ext cx="2332604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9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Subtítulo</a:t>
              </a:r>
              <a:endParaRPr b="1" sz="1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2" name="Google Shape;252;p25"/>
            <p:cNvSpPr txBox="1"/>
            <p:nvPr/>
          </p:nvSpPr>
          <p:spPr>
            <a:xfrm rot="-2700000">
              <a:off x="195970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Cuerpo de texto </a:t>
              </a:r>
              <a:r>
                <a:rPr lang="es"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Cuerpo de texto</a:t>
              </a:r>
              <a:endParaRPr b="1" sz="8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Cuerpo de texto Cuerpo de texto</a:t>
              </a:r>
              <a:endParaRPr b="1" sz="8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Cuerpo de texto Cuerpo de texto</a:t>
              </a:r>
              <a:endParaRPr b="1" sz="8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8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53" name="Google Shape;253;p25"/>
          <p:cNvGrpSpPr/>
          <p:nvPr/>
        </p:nvGrpSpPr>
        <p:grpSpPr>
          <a:xfrm>
            <a:off x="3203958" y="1258050"/>
            <a:ext cx="2726286" cy="2547000"/>
            <a:chOff x="3203958" y="1258050"/>
            <a:chExt cx="2726286" cy="2547000"/>
          </a:xfrm>
        </p:grpSpPr>
        <p:sp>
          <p:nvSpPr>
            <p:cNvPr id="254" name="Google Shape;254;p25"/>
            <p:cNvSpPr/>
            <p:nvPr/>
          </p:nvSpPr>
          <p:spPr>
            <a:xfrm rot="2700000">
              <a:off x="4196595" y="1011412"/>
              <a:ext cx="561726" cy="3040276"/>
            </a:xfrm>
            <a:prstGeom prst="roundRect">
              <a:avLst>
                <a:gd fmla="val 0" name="adj"/>
              </a:avLst>
            </a:prstGeom>
            <a:solidFill>
              <a:srgbClr val="00E1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5"/>
            <p:cNvSpPr/>
            <p:nvPr/>
          </p:nvSpPr>
          <p:spPr>
            <a:xfrm>
              <a:off x="3420974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300">
                  <a:solidFill>
                    <a:schemeClr val="dk2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2</a:t>
              </a:r>
              <a:endParaRPr b="1" sz="13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6" name="Google Shape;256;p25"/>
            <p:cNvSpPr txBox="1"/>
            <p:nvPr/>
          </p:nvSpPr>
          <p:spPr>
            <a:xfrm rot="-2700000">
              <a:off x="3410687" y="2240903"/>
              <a:ext cx="2333877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900">
                  <a:solidFill>
                    <a:schemeClr val="dk2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Subtítulo</a:t>
              </a:r>
              <a:endParaRPr b="1"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" name="Google Shape;257;p25"/>
            <p:cNvSpPr txBox="1"/>
            <p:nvPr/>
          </p:nvSpPr>
          <p:spPr>
            <a:xfrm rot="-2700000">
              <a:off x="3869931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Cuerpo de texto Cuerpo de texto</a:t>
              </a:r>
              <a:endParaRPr b="1" sz="8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Cuerpo de texto Cuerpo de texto</a:t>
              </a:r>
              <a:endParaRPr b="1" sz="8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Cuerpo de texto Cuerpo de texto</a:t>
              </a:r>
              <a:endParaRPr b="1" sz="8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58" name="Google Shape;258;p25"/>
          <p:cNvGrpSpPr/>
          <p:nvPr/>
        </p:nvGrpSpPr>
        <p:grpSpPr>
          <a:xfrm>
            <a:off x="5123977" y="1258050"/>
            <a:ext cx="2726286" cy="2547000"/>
            <a:chOff x="5123977" y="1258050"/>
            <a:chExt cx="2726286" cy="2547000"/>
          </a:xfrm>
        </p:grpSpPr>
        <p:sp>
          <p:nvSpPr>
            <p:cNvPr id="259" name="Google Shape;259;p25"/>
            <p:cNvSpPr/>
            <p:nvPr/>
          </p:nvSpPr>
          <p:spPr>
            <a:xfrm rot="2700000">
              <a:off x="6116614" y="1011412"/>
              <a:ext cx="561726" cy="3040276"/>
            </a:xfrm>
            <a:prstGeom prst="roundRect">
              <a:avLst>
                <a:gd fmla="val 0" name="adj"/>
              </a:avLst>
            </a:prstGeom>
            <a:solidFill>
              <a:srgbClr val="A1A0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5"/>
            <p:cNvSpPr/>
            <p:nvPr/>
          </p:nvSpPr>
          <p:spPr>
            <a:xfrm>
              <a:off x="534099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300">
                  <a:solidFill>
                    <a:schemeClr val="dk2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3</a:t>
              </a:r>
              <a:endParaRPr b="1" sz="13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61" name="Google Shape;261;p25"/>
            <p:cNvSpPr txBox="1"/>
            <p:nvPr/>
          </p:nvSpPr>
          <p:spPr>
            <a:xfrm rot="-2700000">
              <a:off x="5323969" y="2238203"/>
              <a:ext cx="2341513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900">
                  <a:solidFill>
                    <a:schemeClr val="dk2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Subtítulo</a:t>
              </a:r>
              <a:endParaRPr b="1"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2" name="Google Shape;262;p25"/>
            <p:cNvSpPr txBox="1"/>
            <p:nvPr/>
          </p:nvSpPr>
          <p:spPr>
            <a:xfrm rot="-2700000">
              <a:off x="578994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Cuerpo de texto Cuerpo de texto</a:t>
              </a:r>
              <a:endParaRPr b="1" sz="8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Cuerpo de texto Cuerpo de texto</a:t>
              </a:r>
              <a:endParaRPr b="1" sz="8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Cuerpo de texto Cuerpo de texto</a:t>
              </a:r>
              <a:endParaRPr b="1" sz="8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268" name="Google Shape;268;p26"/>
          <p:cNvGrpSpPr/>
          <p:nvPr/>
        </p:nvGrpSpPr>
        <p:grpSpPr>
          <a:xfrm>
            <a:off x="4390879" y="1470801"/>
            <a:ext cx="2480144" cy="1728853"/>
            <a:chOff x="4526679" y="1857800"/>
            <a:chExt cx="2480144" cy="1728853"/>
          </a:xfrm>
        </p:grpSpPr>
        <p:sp>
          <p:nvSpPr>
            <p:cNvPr id="269" name="Google Shape;269;p26"/>
            <p:cNvSpPr/>
            <p:nvPr/>
          </p:nvSpPr>
          <p:spPr>
            <a:xfrm>
              <a:off x="4849302" y="3079475"/>
              <a:ext cx="1958400" cy="133500"/>
            </a:xfrm>
            <a:prstGeom prst="rect">
              <a:avLst/>
            </a:prstGeom>
            <a:solidFill>
              <a:srgbClr val="A1A0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0" name="Google Shape;270;p26"/>
            <p:cNvGrpSpPr/>
            <p:nvPr/>
          </p:nvGrpSpPr>
          <p:grpSpPr>
            <a:xfrm>
              <a:off x="4526679" y="1857800"/>
              <a:ext cx="2480144" cy="1728853"/>
              <a:chOff x="4526679" y="1857800"/>
              <a:chExt cx="2480144" cy="1728853"/>
            </a:xfrm>
          </p:grpSpPr>
          <p:grpSp>
            <p:nvGrpSpPr>
              <p:cNvPr id="271" name="Google Shape;271;p26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272" name="Google Shape;272;p26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73" name="Google Shape;273;p26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74" name="Google Shape;274;p26"/>
              <p:cNvSpPr txBox="1"/>
              <p:nvPr/>
            </p:nvSpPr>
            <p:spPr>
              <a:xfrm>
                <a:off x="4526679" y="3215253"/>
                <a:ext cx="6927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s" sz="12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20XX</a:t>
                </a:r>
                <a:endParaRPr b="1" sz="12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275" name="Google Shape;275;p26"/>
              <p:cNvSpPr txBox="1"/>
              <p:nvPr/>
            </p:nvSpPr>
            <p:spPr>
              <a:xfrm>
                <a:off x="4753223" y="185780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15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Subtítulo</a:t>
                </a:r>
                <a:endParaRPr b="1" sz="15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1"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8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Cuerpo de texto Cuerpo de texto</a:t>
                </a:r>
                <a:endParaRPr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8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Cuerpo de texto Cuerpo de texto</a:t>
                </a:r>
                <a:endParaRPr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8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Cuerpo de texto Cuerpo de texto</a:t>
                </a:r>
                <a:endParaRPr b="1"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grpSp>
        <p:nvGrpSpPr>
          <p:cNvPr id="276" name="Google Shape;276;p26"/>
          <p:cNvGrpSpPr/>
          <p:nvPr/>
        </p:nvGrpSpPr>
        <p:grpSpPr>
          <a:xfrm>
            <a:off x="6300010" y="2315597"/>
            <a:ext cx="2952440" cy="1735654"/>
            <a:chOff x="6435810" y="2702596"/>
            <a:chExt cx="2952440" cy="1735654"/>
          </a:xfrm>
        </p:grpSpPr>
        <p:sp>
          <p:nvSpPr>
            <p:cNvPr id="277" name="Google Shape;277;p26"/>
            <p:cNvSpPr/>
            <p:nvPr/>
          </p:nvSpPr>
          <p:spPr>
            <a:xfrm>
              <a:off x="6807650" y="3079474"/>
              <a:ext cx="2580600" cy="133500"/>
            </a:xfrm>
            <a:prstGeom prst="rect">
              <a:avLst/>
            </a:prstGeom>
            <a:solidFill>
              <a:srgbClr val="4D4B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8" name="Google Shape;278;p26"/>
            <p:cNvGrpSpPr/>
            <p:nvPr/>
          </p:nvGrpSpPr>
          <p:grpSpPr>
            <a:xfrm>
              <a:off x="6435810" y="2702596"/>
              <a:ext cx="2494563" cy="1735654"/>
              <a:chOff x="6435810" y="2702596"/>
              <a:chExt cx="2494563" cy="1735654"/>
            </a:xfrm>
          </p:grpSpPr>
          <p:grpSp>
            <p:nvGrpSpPr>
              <p:cNvPr id="279" name="Google Shape;279;p26"/>
              <p:cNvGrpSpPr/>
              <p:nvPr/>
            </p:nvGrpSpPr>
            <p:grpSpPr>
              <a:xfrm rot="10800000">
                <a:off x="6760035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280" name="Google Shape;280;p26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81" name="Google Shape;281;p26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82" name="Google Shape;282;p26"/>
              <p:cNvSpPr txBox="1"/>
              <p:nvPr/>
            </p:nvSpPr>
            <p:spPr>
              <a:xfrm>
                <a:off x="6435810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s" sz="12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20XX</a:t>
                </a:r>
                <a:endParaRPr b="1" sz="12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283" name="Google Shape;283;p26"/>
              <p:cNvSpPr txBox="1"/>
              <p:nvPr/>
            </p:nvSpPr>
            <p:spPr>
              <a:xfrm>
                <a:off x="6676773" y="349445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15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Subtítulo</a:t>
                </a:r>
                <a:endParaRPr b="1" sz="15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1"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8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Cuerpo de texto Cuerpo de texto</a:t>
                </a:r>
                <a:endParaRPr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8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Cuerpo de texto Cuerpo de texto</a:t>
                </a:r>
                <a:endParaRPr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8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Cuerpo de texto Cuerpo de texto</a:t>
                </a:r>
                <a:endParaRPr b="1"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grpSp>
        <p:nvGrpSpPr>
          <p:cNvPr id="284" name="Google Shape;284;p26"/>
          <p:cNvGrpSpPr/>
          <p:nvPr/>
        </p:nvGrpSpPr>
        <p:grpSpPr>
          <a:xfrm>
            <a:off x="360191" y="1470801"/>
            <a:ext cx="2580731" cy="1728863"/>
            <a:chOff x="495991" y="1857800"/>
            <a:chExt cx="2580731" cy="1728863"/>
          </a:xfrm>
        </p:grpSpPr>
        <p:sp>
          <p:nvSpPr>
            <p:cNvPr id="285" name="Google Shape;285;p26"/>
            <p:cNvSpPr/>
            <p:nvPr/>
          </p:nvSpPr>
          <p:spPr>
            <a:xfrm>
              <a:off x="932600" y="3079475"/>
              <a:ext cx="1958400" cy="13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6" name="Google Shape;286;p26"/>
            <p:cNvGrpSpPr/>
            <p:nvPr/>
          </p:nvGrpSpPr>
          <p:grpSpPr>
            <a:xfrm>
              <a:off x="495991" y="1857800"/>
              <a:ext cx="2580731" cy="1728863"/>
              <a:chOff x="495991" y="1857800"/>
              <a:chExt cx="2580731" cy="1728863"/>
            </a:xfrm>
          </p:grpSpPr>
          <p:sp>
            <p:nvSpPr>
              <p:cNvPr id="287" name="Google Shape;287;p26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s" sz="12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20XX</a:t>
                </a:r>
                <a:endParaRPr b="1" sz="12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grpSp>
            <p:nvGrpSpPr>
              <p:cNvPr id="288" name="Google Shape;288;p26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289" name="Google Shape;289;p26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90" name="Google Shape;290;p26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91" name="Google Shape;291;p26"/>
              <p:cNvSpPr txBox="1"/>
              <p:nvPr/>
            </p:nvSpPr>
            <p:spPr>
              <a:xfrm>
                <a:off x="823122" y="185780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15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Subtítulo</a:t>
                </a:r>
                <a:endParaRPr b="1" sz="15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8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Cuerpo de texto </a:t>
                </a:r>
                <a:r>
                  <a:rPr lang="es" sz="8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Cuerpo de texto</a:t>
                </a:r>
                <a:endParaRPr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8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Cuerpo de texto Cuerpo de texto</a:t>
                </a:r>
                <a:endParaRPr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8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Cuerpo de texto Cuerpo de texto</a:t>
                </a:r>
                <a:endParaRPr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grpSp>
        <p:nvGrpSpPr>
          <p:cNvPr id="292" name="Google Shape;292;p26"/>
          <p:cNvGrpSpPr/>
          <p:nvPr/>
        </p:nvGrpSpPr>
        <p:grpSpPr>
          <a:xfrm>
            <a:off x="2389795" y="2315597"/>
            <a:ext cx="2501355" cy="1735654"/>
            <a:chOff x="2525595" y="2702596"/>
            <a:chExt cx="2501355" cy="1735654"/>
          </a:xfrm>
        </p:grpSpPr>
        <p:sp>
          <p:nvSpPr>
            <p:cNvPr id="293" name="Google Shape;293;p26"/>
            <p:cNvSpPr/>
            <p:nvPr/>
          </p:nvSpPr>
          <p:spPr>
            <a:xfrm>
              <a:off x="2890952" y="3079475"/>
              <a:ext cx="1958400" cy="133500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4" name="Google Shape;294;p26"/>
            <p:cNvGrpSpPr/>
            <p:nvPr/>
          </p:nvGrpSpPr>
          <p:grpSpPr>
            <a:xfrm>
              <a:off x="2525595" y="2702596"/>
              <a:ext cx="2501355" cy="1735654"/>
              <a:chOff x="2525595" y="2702596"/>
              <a:chExt cx="2501355" cy="1735654"/>
            </a:xfrm>
          </p:grpSpPr>
          <p:sp>
            <p:nvSpPr>
              <p:cNvPr id="295" name="Google Shape;295;p26"/>
              <p:cNvSpPr txBox="1"/>
              <p:nvPr/>
            </p:nvSpPr>
            <p:spPr>
              <a:xfrm>
                <a:off x="2525595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s" sz="12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20XX</a:t>
                </a:r>
                <a:endParaRPr b="1" sz="12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grpSp>
            <p:nvGrpSpPr>
              <p:cNvPr id="296" name="Google Shape;296;p26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297" name="Google Shape;297;p26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98" name="Google Shape;298;p26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99" name="Google Shape;299;p26"/>
              <p:cNvSpPr txBox="1"/>
              <p:nvPr/>
            </p:nvSpPr>
            <p:spPr>
              <a:xfrm>
                <a:off x="2773350" y="349445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15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Subtítulo</a:t>
                </a:r>
                <a:endParaRPr b="1" sz="15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1"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8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Cuerpo de texto Cuerpo de texto</a:t>
                </a:r>
                <a:endParaRPr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8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Cuerpo de texto Cuerpo de texto</a:t>
                </a:r>
                <a:endParaRPr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800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Cuerpo de texto Cuerpo de texto</a:t>
                </a:r>
                <a:endParaRPr b="1" sz="800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763350" y="4273675"/>
            <a:ext cx="62202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Recomendación</a:t>
            </a:r>
            <a:r>
              <a:rPr lang="es" sz="12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:</a:t>
            </a:r>
            <a:endParaRPr sz="12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Duplicar el presente documento para realizar los cambios </a:t>
            </a:r>
            <a:r>
              <a:rPr lang="es" sz="12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pertinentes</a:t>
            </a:r>
            <a:r>
              <a:rPr lang="es" sz="12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endParaRPr sz="12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